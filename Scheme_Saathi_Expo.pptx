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Oswald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iyDYFyd/zmnAtXjl6RBfqxGH0J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Oswald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font" Target="fonts/Oswa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245686" y="2036167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/>
          <p:nvPr>
            <p:ph type="ctrTitle"/>
          </p:nvPr>
        </p:nvSpPr>
        <p:spPr>
          <a:xfrm>
            <a:off x="465086" y="201115"/>
            <a:ext cx="10363200" cy="23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CSE      </a:t>
            </a:r>
            <a:br>
              <a:rPr b="1" lang="en-US" sz="4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4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CRESIGNITE - PROJECT EXPO 2K26</a:t>
            </a:r>
            <a:endParaRPr b="1" sz="4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71311" y="3429000"/>
            <a:ext cx="59247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Title-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Name-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Member Names-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9601" y="0"/>
            <a:ext cx="2811075" cy="76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6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Proposed Solution/Idea Abstract</a:t>
            </a:r>
            <a:br>
              <a:rPr lang="en-US" sz="36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descr="Your startup LOGO" id="102" name="Google Shape;102;p2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63150" y="252257"/>
            <a:ext cx="161925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Abstract 111"/>
          <p:cNvSpPr txBox="1"/>
          <p:nvPr/>
        </p:nvSpPr>
        <p:spPr>
          <a:xfrm>
            <a:off x="457200" y="1280160"/>
            <a:ext cx="11277295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70C0"/>
                </a:solidFill>
                <a:latin typeface="Arial"/>
                <a:cs typeface="Arial"/>
              </a:rPr>
              <a:t>Scheme Saathi</a:t>
            </a:r>
            <a:r>
              <a:rPr lang="en-US" sz="1800" dirty="0">
                <a:solidFill>
                  <a:srgbClr val="262626"/>
                </a:solidFill>
                <a:latin typeface="Arial"/>
                <a:cs typeface="Arial"/>
              </a:rPr>
              <a:t xml:space="preserve"> is a voice-first assistant in </a:t>
            </a:r>
            <a:r>
              <a:rPr lang="en-US" sz="1800" b="1" dirty="0">
                <a:solidFill>
                  <a:srgbClr val="262626"/>
                </a:solidFill>
                <a:latin typeface="Arial"/>
                <a:cs typeface="Arial"/>
              </a:rPr>
              <a:t>Tamil and English</a:t>
            </a:r>
            <a:r>
              <a:rPr lang="en-US" sz="1800" dirty="0">
                <a:solidFill>
                  <a:srgbClr val="262626"/>
                </a:solidFill>
                <a:latin typeface="Arial"/>
                <a:cs typeface="Arial"/>
              </a:rPr>
              <a:t xml:space="preserve"> that tells anyone which government schemes they and their family are eligible for, and then </a:t>
            </a:r>
            <a:r>
              <a:rPr lang="en-US" sz="1800" b="1" dirty="0">
                <a:solidFill>
                  <a:srgbClr val="262626"/>
                </a:solidFill>
                <a:latin typeface="Arial"/>
                <a:cs typeface="Arial"/>
              </a:rPr>
              <a:t>fills the application for them</a:t>
            </a:r>
            <a:r>
              <a:rPr lang="en-US" sz="1800" dirty="0">
                <a:solidFill>
                  <a:srgbClr val="262626"/>
                </a:solidFill>
                <a:latin typeface="Arial"/>
                <a:cs typeface="Arial"/>
              </a:rPr>
              <a:t xml:space="preserve"> — free, one question at a time, with no middleman.</a:t>
            </a:r>
          </a:p>
        </p:txBody>
      </p:sp>
      <p:sp>
        <p:nvSpPr>
          <p:cNvPr id="112" name="Step card 112"/>
          <p:cNvSpPr/>
          <p:nvPr/>
        </p:nvSpPr>
        <p:spPr>
          <a:xfrm>
            <a:off x="457200" y="2468880"/>
            <a:ext cx="2476424" cy="233172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en-US"/>
          </a:p>
        </p:txBody>
      </p:sp>
      <p:sp>
        <p:nvSpPr>
          <p:cNvPr id="113" name="Step number 113"/>
          <p:cNvSpPr/>
          <p:nvPr/>
        </p:nvSpPr>
        <p:spPr>
          <a:xfrm>
            <a:off x="640080" y="2670048"/>
            <a:ext cx="502920" cy="5029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14" name="Step title 114"/>
          <p:cNvSpPr txBox="1"/>
          <p:nvPr/>
        </p:nvSpPr>
        <p:spPr>
          <a:xfrm>
            <a:off x="1280160" y="2670048"/>
            <a:ext cx="1516304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4E79"/>
                </a:solidFill>
                <a:latin typeface="Arial"/>
                <a:cs typeface="Arial"/>
              </a:rPr>
              <a:t>Speak</a:t>
            </a:r>
          </a:p>
        </p:txBody>
      </p:sp>
      <p:sp>
        <p:nvSpPr>
          <p:cNvPr id="115" name="Step text 115"/>
          <p:cNvSpPr txBox="1"/>
          <p:nvPr/>
        </p:nvSpPr>
        <p:spPr>
          <a:xfrm>
            <a:off x="640080" y="3337560"/>
            <a:ext cx="2110664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262626"/>
                </a:solidFill>
                <a:latin typeface="Arial"/>
                <a:cs typeface="Arial"/>
              </a:rPr>
              <a:t>Answer simple questions by voice: age, occupation, income, district. Unclear answer? Asked again; tap buttons after 2 tries.</a:t>
            </a:r>
          </a:p>
        </p:txBody>
      </p:sp>
      <p:sp>
        <p:nvSpPr>
          <p:cNvPr id="116" name="Flow arrow 116"/>
          <p:cNvSpPr/>
          <p:nvPr/>
        </p:nvSpPr>
        <p:spPr>
          <a:xfrm>
            <a:off x="3025064" y="3451860"/>
            <a:ext cx="274320" cy="36576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en-US"/>
          </a:p>
        </p:txBody>
      </p:sp>
      <p:sp>
        <p:nvSpPr>
          <p:cNvPr id="117" name="Step card 117"/>
          <p:cNvSpPr/>
          <p:nvPr/>
        </p:nvSpPr>
        <p:spPr>
          <a:xfrm>
            <a:off x="3390824" y="2468880"/>
            <a:ext cx="2476424" cy="233172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en-US"/>
          </a:p>
        </p:txBody>
      </p:sp>
      <p:sp>
        <p:nvSpPr>
          <p:cNvPr id="118" name="Step number 118"/>
          <p:cNvSpPr/>
          <p:nvPr/>
        </p:nvSpPr>
        <p:spPr>
          <a:xfrm>
            <a:off x="3573704" y="2670048"/>
            <a:ext cx="502920" cy="5029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9" name="Step title 119"/>
          <p:cNvSpPr txBox="1"/>
          <p:nvPr/>
        </p:nvSpPr>
        <p:spPr>
          <a:xfrm>
            <a:off x="4213784" y="2670048"/>
            <a:ext cx="1516304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4E79"/>
                </a:solidFill>
                <a:latin typeface="Arial"/>
                <a:cs typeface="Arial"/>
              </a:rPr>
              <a:t>Match</a:t>
            </a:r>
          </a:p>
        </p:txBody>
      </p:sp>
      <p:sp>
        <p:nvSpPr>
          <p:cNvPr id="120" name="Step text 120"/>
          <p:cNvSpPr txBox="1"/>
          <p:nvPr/>
        </p:nvSpPr>
        <p:spPr>
          <a:xfrm>
            <a:off x="3573704" y="3337560"/>
            <a:ext cx="2110664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262626"/>
                </a:solidFill>
                <a:latin typeface="Arial"/>
                <a:cs typeface="Arial"/>
              </a:rPr>
              <a:t>Rule engine checks every family member and shows: Eligible, Maybe (1 more question), or Not eligible because… + what to fix.</a:t>
            </a:r>
          </a:p>
        </p:txBody>
      </p:sp>
      <p:sp>
        <p:nvSpPr>
          <p:cNvPr id="121" name="Flow arrow 121"/>
          <p:cNvSpPr/>
          <p:nvPr/>
        </p:nvSpPr>
        <p:spPr>
          <a:xfrm>
            <a:off x="5958688" y="3451860"/>
            <a:ext cx="274320" cy="36576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en-US"/>
          </a:p>
        </p:txBody>
      </p:sp>
      <p:sp>
        <p:nvSpPr>
          <p:cNvPr id="122" name="Step card 122"/>
          <p:cNvSpPr/>
          <p:nvPr/>
        </p:nvSpPr>
        <p:spPr>
          <a:xfrm>
            <a:off x="6324448" y="2468880"/>
            <a:ext cx="2476424" cy="233172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en-US"/>
          </a:p>
        </p:txBody>
      </p:sp>
      <p:sp>
        <p:nvSpPr>
          <p:cNvPr id="123" name="Step number 123"/>
          <p:cNvSpPr/>
          <p:nvPr/>
        </p:nvSpPr>
        <p:spPr>
          <a:xfrm>
            <a:off x="6507328" y="2670048"/>
            <a:ext cx="502920" cy="5029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24" name="Step title 124"/>
          <p:cNvSpPr txBox="1"/>
          <p:nvPr/>
        </p:nvSpPr>
        <p:spPr>
          <a:xfrm>
            <a:off x="7147408" y="2670048"/>
            <a:ext cx="1516304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4E79"/>
                </a:solidFill>
                <a:latin typeface="Arial"/>
                <a:cs typeface="Arial"/>
              </a:rPr>
              <a:t>Auto-fill</a:t>
            </a:r>
          </a:p>
        </p:txBody>
      </p:sp>
      <p:sp>
        <p:nvSpPr>
          <p:cNvPr id="125" name="Step text 125"/>
          <p:cNvSpPr txBox="1"/>
          <p:nvPr/>
        </p:nvSpPr>
        <p:spPr>
          <a:xfrm>
            <a:off x="6507328" y="3337560"/>
            <a:ext cx="2110664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262626"/>
                </a:solidFill>
                <a:latin typeface="Arial"/>
                <a:cs typeface="Arial"/>
              </a:rPr>
              <a:t>Each form field is filled from the profile, a document photo read by OCR (photo deleted after), or a quick voice question.</a:t>
            </a:r>
          </a:p>
        </p:txBody>
      </p:sp>
      <p:sp>
        <p:nvSpPr>
          <p:cNvPr id="126" name="Flow arrow 126"/>
          <p:cNvSpPr/>
          <p:nvPr/>
        </p:nvSpPr>
        <p:spPr>
          <a:xfrm>
            <a:off x="8892311" y="3451860"/>
            <a:ext cx="274320" cy="36576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en-US"/>
          </a:p>
        </p:txBody>
      </p:sp>
      <p:sp>
        <p:nvSpPr>
          <p:cNvPr id="127" name="Step card 127"/>
          <p:cNvSpPr/>
          <p:nvPr/>
        </p:nvSpPr>
        <p:spPr>
          <a:xfrm>
            <a:off x="9258071" y="2468880"/>
            <a:ext cx="2476424" cy="233172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en-US"/>
          </a:p>
        </p:txBody>
      </p:sp>
      <p:sp>
        <p:nvSpPr>
          <p:cNvPr id="128" name="Step number 128"/>
          <p:cNvSpPr/>
          <p:nvPr/>
        </p:nvSpPr>
        <p:spPr>
          <a:xfrm>
            <a:off x="9440951" y="2670048"/>
            <a:ext cx="502920" cy="5029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29" name="Step title 129"/>
          <p:cNvSpPr txBox="1"/>
          <p:nvPr/>
        </p:nvSpPr>
        <p:spPr>
          <a:xfrm>
            <a:off x="10081031" y="2670048"/>
            <a:ext cx="1516304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4E79"/>
                </a:solidFill>
                <a:latin typeface="Arial"/>
                <a:cs typeface="Arial"/>
              </a:rPr>
              <a:t>Apply</a:t>
            </a:r>
          </a:p>
        </p:txBody>
      </p:sp>
      <p:sp>
        <p:nvSpPr>
          <p:cNvPr id="130" name="Step text 130"/>
          <p:cNvSpPr txBox="1"/>
          <p:nvPr/>
        </p:nvSpPr>
        <p:spPr>
          <a:xfrm>
            <a:off x="9440951" y="3337560"/>
            <a:ext cx="2110664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262626"/>
                </a:solidFill>
                <a:latin typeface="Arial"/>
                <a:cs typeface="Arial"/>
              </a:rPr>
              <a:t>User reviews and edits, then gets a ready-filled official PDF, or the official portal filled inside the app.</a:t>
            </a:r>
          </a:p>
        </p:txBody>
      </p:sp>
      <p:sp>
        <p:nvSpPr>
          <p:cNvPr id="131" name="Tagline 131"/>
          <p:cNvSpPr txBox="1"/>
          <p:nvPr/>
        </p:nvSpPr>
        <p:spPr>
          <a:xfrm>
            <a:off x="457200" y="507492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0070C0"/>
                </a:solidFill>
                <a:latin typeface="Arial"/>
                <a:cs typeface="Arial"/>
              </a:rPr>
              <a:t>“myScheme tells you, Haqdarshak does it for a fee — we do it free with AI.”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Technology/Tools Planned</a:t>
            </a:r>
            <a:endParaRPr b="1" sz="36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-1" y="2064921"/>
            <a:ext cx="1219199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b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descr="Your startup LOGO" id="113" name="Google Shape;113;p3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75725" y="252250"/>
            <a:ext cx="1619250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Expected Outcome</a:t>
            </a:r>
            <a:endParaRPr b="1" sz="36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609600" y="2533653"/>
            <a:ext cx="9385200" cy="18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Technologies to be used (e.g. programming languages, frameworks, hardware)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Methodology and process for implementation (Flow Charts/Images/ working prototype)</a:t>
            </a:r>
            <a:endParaRPr/>
          </a:p>
        </p:txBody>
      </p:sp>
      <p:sp>
        <p:nvSpPr>
          <p:cNvPr id="123" name="Google Shape;123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descr="Your startup LOGO" id="124" name="Google Shape;124;p4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3525" y="436848"/>
            <a:ext cx="1619250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Project Status</a:t>
            </a:r>
            <a:endParaRPr b="1" sz="36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609600" y="2533653"/>
            <a:ext cx="93853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of the feasibility of the idea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challenges and risks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Strategies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overcoming these challenges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35" name="Google Shape;135;p5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0075" y="436835"/>
            <a:ext cx="1619250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Novelty / Uniqueness</a:t>
            </a:r>
            <a:endParaRPr b="1" sz="36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609600" y="2533653"/>
            <a:ext cx="93853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impact on the target audience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 of the solution (social, economic, environmental, etc.)</a:t>
            </a:r>
            <a:endParaRPr/>
          </a:p>
        </p:txBody>
      </p:sp>
      <p:sp>
        <p:nvSpPr>
          <p:cNvPr id="145" name="Google Shape;145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46" name="Google Shape;146;p6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94900" y="657223"/>
            <a:ext cx="1619250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RESEARCH  AND REFERENCES</a:t>
            </a:r>
            <a:endParaRPr b="1" sz="36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609600" y="2795263"/>
            <a:ext cx="93853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57" name="Google Shape;157;p7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94900" y="621433"/>
            <a:ext cx="1619250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</cp:coreProperties>
</file>